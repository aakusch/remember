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 the audience that severity is set by impact, never by 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production incident gets a severity within five minutes of detection.</a:t>
            </a:r>
          </a:p>
          <a:p>
            <a:r>
              <a:t>Sev1 pages the on-call engineer immediately.</a:t>
            </a:r>
          </a:p>
          <a:p>
            <a:r>
              <a:t>Sev2 waits for business hours unless customer data is at risk.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Escalation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on-call engineer owns the incident until it is handed over explicitly.</a:t>
            </a:r>
          </a:p>
          <a:p>
            <a:r>
              <a:t>Escalate to the platform lead after thirty minutes with no mitigation.</a:t>
            </a:r>
          </a:p>
          <a:p>
            <a:r>
              <a:t>Executive notification is required for any Sev1 lasting over two hours.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Postmortem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written postmortem is due within five business days.</a:t>
            </a:r>
          </a:p>
          <a:p>
            <a:r>
              <a:t>Postmortems are blameless and name systems, not people.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Severity definitions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Sev1 means a full outage or confirmed data loss.</a:t>
            </a:r>
          </a:p>
          <a:p>
            <a:r>
              <a:t>Sev3 means degraded performance with a workaround.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